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73" r:id="rId5"/>
    <p:sldId id="271" r:id="rId6"/>
    <p:sldId id="258" r:id="rId7"/>
    <p:sldId id="259" r:id="rId8"/>
    <p:sldId id="262" r:id="rId9"/>
    <p:sldId id="261" r:id="rId10"/>
    <p:sldId id="260" r:id="rId11"/>
    <p:sldId id="269" r:id="rId12"/>
    <p:sldId id="275" r:id="rId13"/>
    <p:sldId id="276" r:id="rId14"/>
    <p:sldId id="274" r:id="rId15"/>
    <p:sldId id="272" r:id="rId16"/>
    <p:sldId id="26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AFEEE9-E9B0-4742-A70D-D8F0D4B8EB87}" v="341" dt="2026-01-05T07:31:54.6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7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ddaveni Thirupathi" userId="eb9d43b22d48b970" providerId="LiveId" clId="{7B272BB5-451C-45F5-B85C-5EBD832C7413}"/>
    <pc:docChg chg="undo custSel addSld delSld modSld sldOrd">
      <pc:chgData name="Reddaveni Thirupathi" userId="eb9d43b22d48b970" providerId="LiveId" clId="{7B272BB5-451C-45F5-B85C-5EBD832C7413}" dt="2026-01-05T07:32:00.010" v="1870" actId="962"/>
      <pc:docMkLst>
        <pc:docMk/>
      </pc:docMkLst>
      <pc:sldChg chg="addSp delSp modSp mod">
        <pc:chgData name="Reddaveni Thirupathi" userId="eb9d43b22d48b970" providerId="LiveId" clId="{7B272BB5-451C-45F5-B85C-5EBD832C7413}" dt="2026-01-02T06:55:10.626" v="1272" actId="255"/>
        <pc:sldMkLst>
          <pc:docMk/>
          <pc:sldMk cId="1960307180" sldId="256"/>
        </pc:sldMkLst>
        <pc:spChg chg="add mod">
          <ac:chgData name="Reddaveni Thirupathi" userId="eb9d43b22d48b970" providerId="LiveId" clId="{7B272BB5-451C-45F5-B85C-5EBD832C7413}" dt="2026-01-02T06:55:10.626" v="1272" actId="255"/>
          <ac:spMkLst>
            <pc:docMk/>
            <pc:sldMk cId="1960307180" sldId="256"/>
            <ac:spMk id="4" creationId="{02EDB607-B58D-B13C-DF79-57CEBF3160F8}"/>
          </ac:spMkLst>
        </pc:spChg>
        <pc:inkChg chg="add del">
          <ac:chgData name="Reddaveni Thirupathi" userId="eb9d43b22d48b970" providerId="LiveId" clId="{7B272BB5-451C-45F5-B85C-5EBD832C7413}" dt="2026-01-02T06:54:40.902" v="1265" actId="478"/>
          <ac:inkMkLst>
            <pc:docMk/>
            <pc:sldMk cId="1960307180" sldId="256"/>
            <ac:inkMk id="2" creationId="{DCAD0FD4-CB99-130D-745B-A5E3BE2C3688}"/>
          </ac:inkMkLst>
        </pc:inkChg>
        <pc:inkChg chg="add del">
          <ac:chgData name="Reddaveni Thirupathi" userId="eb9d43b22d48b970" providerId="LiveId" clId="{7B272BB5-451C-45F5-B85C-5EBD832C7413}" dt="2026-01-02T06:54:40.495" v="1264" actId="478"/>
          <ac:inkMkLst>
            <pc:docMk/>
            <pc:sldMk cId="1960307180" sldId="256"/>
            <ac:inkMk id="3" creationId="{CEBD87E3-C641-9E6F-C12B-8D976521A568}"/>
          </ac:inkMkLst>
        </pc:inkChg>
      </pc:sldChg>
      <pc:sldChg chg="addSp delSp modSp mod">
        <pc:chgData name="Reddaveni Thirupathi" userId="eb9d43b22d48b970" providerId="LiveId" clId="{7B272BB5-451C-45F5-B85C-5EBD832C7413}" dt="2026-01-02T06:56:10.458" v="1297" actId="113"/>
        <pc:sldMkLst>
          <pc:docMk/>
          <pc:sldMk cId="1437064454" sldId="257"/>
        </pc:sldMkLst>
        <pc:spChg chg="add mod">
          <ac:chgData name="Reddaveni Thirupathi" userId="eb9d43b22d48b970" providerId="LiveId" clId="{7B272BB5-451C-45F5-B85C-5EBD832C7413}" dt="2026-01-02T06:52:49.617" v="1248" actId="1076"/>
          <ac:spMkLst>
            <pc:docMk/>
            <pc:sldMk cId="1437064454" sldId="257"/>
            <ac:spMk id="2" creationId="{2787D931-8252-D4EE-CF2B-2D44BA675DD3}"/>
          </ac:spMkLst>
        </pc:spChg>
        <pc:spChg chg="add mod">
          <ac:chgData name="Reddaveni Thirupathi" userId="eb9d43b22d48b970" providerId="LiveId" clId="{7B272BB5-451C-45F5-B85C-5EBD832C7413}" dt="2026-01-02T06:56:10.458" v="1297" actId="113"/>
          <ac:spMkLst>
            <pc:docMk/>
            <pc:sldMk cId="1437064454" sldId="257"/>
            <ac:spMk id="4" creationId="{F6BD0943-5A4F-FC14-BDBC-6EAAA49FB42A}"/>
          </ac:spMkLst>
        </pc:spChg>
      </pc:sldChg>
      <pc:sldChg chg="addSp delSp modSp mod modClrScheme chgLayout">
        <pc:chgData name="Reddaveni Thirupathi" userId="eb9d43b22d48b970" providerId="LiveId" clId="{7B272BB5-451C-45F5-B85C-5EBD832C7413}" dt="2026-01-05T07:29:20.932" v="1853" actId="962"/>
        <pc:sldMkLst>
          <pc:docMk/>
          <pc:sldMk cId="3643595628" sldId="258"/>
        </pc:sldMkLst>
        <pc:graphicFrameChg chg="add del mod">
          <ac:chgData name="Reddaveni Thirupathi" userId="eb9d43b22d48b970" providerId="LiveId" clId="{7B272BB5-451C-45F5-B85C-5EBD832C7413}" dt="2026-01-05T07:28:25.812" v="1845" actId="478"/>
          <ac:graphicFrameMkLst>
            <pc:docMk/>
            <pc:sldMk cId="3643595628" sldId="258"/>
            <ac:graphicFrameMk id="3" creationId="{6C056213-BE5E-84EC-7899-15A3B44D84E2}"/>
          </ac:graphicFrameMkLst>
        </pc:graphicFrameChg>
        <pc:picChg chg="add mod">
          <ac:chgData name="Reddaveni Thirupathi" userId="eb9d43b22d48b970" providerId="LiveId" clId="{7B272BB5-451C-45F5-B85C-5EBD832C7413}" dt="2026-01-05T07:29:20.932" v="1853" actId="962"/>
          <ac:picMkLst>
            <pc:docMk/>
            <pc:sldMk cId="3643595628" sldId="258"/>
            <ac:picMk id="4" creationId="{D0B56605-6CC6-598F-E3CD-3431D8FC1034}"/>
          </ac:picMkLst>
        </pc:picChg>
      </pc:sldChg>
      <pc:sldChg chg="addSp delSp modSp mod">
        <pc:chgData name="Reddaveni Thirupathi" userId="eb9d43b22d48b970" providerId="LiveId" clId="{7B272BB5-451C-45F5-B85C-5EBD832C7413}" dt="2026-01-05T07:29:35.061" v="1856" actId="962"/>
        <pc:sldMkLst>
          <pc:docMk/>
          <pc:sldMk cId="1392518219" sldId="259"/>
        </pc:sldMkLst>
        <pc:graphicFrameChg chg="add del mod">
          <ac:chgData name="Reddaveni Thirupathi" userId="eb9d43b22d48b970" providerId="LiveId" clId="{7B272BB5-451C-45F5-B85C-5EBD832C7413}" dt="2026-01-05T07:28:32.016" v="1846" actId="478"/>
          <ac:graphicFrameMkLst>
            <pc:docMk/>
            <pc:sldMk cId="1392518219" sldId="259"/>
            <ac:graphicFrameMk id="2" creationId="{1ED35F4A-6E8A-6870-6C13-590176FBA23A}"/>
          </ac:graphicFrameMkLst>
        </pc:graphicFrameChg>
        <pc:picChg chg="add mod">
          <ac:chgData name="Reddaveni Thirupathi" userId="eb9d43b22d48b970" providerId="LiveId" clId="{7B272BB5-451C-45F5-B85C-5EBD832C7413}" dt="2026-01-05T07:29:35.061" v="1856" actId="962"/>
          <ac:picMkLst>
            <pc:docMk/>
            <pc:sldMk cId="1392518219" sldId="259"/>
            <ac:picMk id="4" creationId="{7E99F27B-05DF-7616-C968-26055798E73A}"/>
          </ac:picMkLst>
        </pc:picChg>
      </pc:sldChg>
      <pc:sldChg chg="addSp delSp modSp mod">
        <pc:chgData name="Reddaveni Thirupathi" userId="eb9d43b22d48b970" providerId="LiveId" clId="{7B272BB5-451C-45F5-B85C-5EBD832C7413}" dt="2026-01-05T07:31:46.498" v="1865" actId="962"/>
        <pc:sldMkLst>
          <pc:docMk/>
          <pc:sldMk cId="2730043616" sldId="260"/>
        </pc:sldMkLst>
        <pc:graphicFrameChg chg="add del mod">
          <ac:chgData name="Reddaveni Thirupathi" userId="eb9d43b22d48b970" providerId="LiveId" clId="{7B272BB5-451C-45F5-B85C-5EBD832C7413}" dt="2026-01-05T07:28:50.804" v="1849" actId="478"/>
          <ac:graphicFrameMkLst>
            <pc:docMk/>
            <pc:sldMk cId="2730043616" sldId="260"/>
            <ac:graphicFrameMk id="2" creationId="{2EA52FF1-377B-C0C1-BDD9-F268729B0C2E}"/>
          </ac:graphicFrameMkLst>
        </pc:graphicFrameChg>
        <pc:picChg chg="add mod">
          <ac:chgData name="Reddaveni Thirupathi" userId="eb9d43b22d48b970" providerId="LiveId" clId="{7B272BB5-451C-45F5-B85C-5EBD832C7413}" dt="2026-01-05T07:31:46.498" v="1865" actId="962"/>
          <ac:picMkLst>
            <pc:docMk/>
            <pc:sldMk cId="2730043616" sldId="260"/>
            <ac:picMk id="4" creationId="{74809D89-7905-B379-F7DA-CD79BF1A6146}"/>
          </ac:picMkLst>
        </pc:picChg>
      </pc:sldChg>
      <pc:sldChg chg="addSp delSp modSp mod">
        <pc:chgData name="Reddaveni Thirupathi" userId="eb9d43b22d48b970" providerId="LiveId" clId="{7B272BB5-451C-45F5-B85C-5EBD832C7413}" dt="2026-01-05T07:31:32.557" v="1862" actId="962"/>
        <pc:sldMkLst>
          <pc:docMk/>
          <pc:sldMk cId="720848812" sldId="261"/>
        </pc:sldMkLst>
        <pc:graphicFrameChg chg="add del mod">
          <ac:chgData name="Reddaveni Thirupathi" userId="eb9d43b22d48b970" providerId="LiveId" clId="{7B272BB5-451C-45F5-B85C-5EBD832C7413}" dt="2026-01-05T07:28:44.692" v="1848" actId="478"/>
          <ac:graphicFrameMkLst>
            <pc:docMk/>
            <pc:sldMk cId="720848812" sldId="261"/>
            <ac:graphicFrameMk id="2" creationId="{87C3C4CC-ECA5-0175-4E6A-2D9C3B954F1C}"/>
          </ac:graphicFrameMkLst>
        </pc:graphicFrameChg>
        <pc:picChg chg="add mod">
          <ac:chgData name="Reddaveni Thirupathi" userId="eb9d43b22d48b970" providerId="LiveId" clId="{7B272BB5-451C-45F5-B85C-5EBD832C7413}" dt="2026-01-05T07:31:32.557" v="1862" actId="962"/>
          <ac:picMkLst>
            <pc:docMk/>
            <pc:sldMk cId="720848812" sldId="261"/>
            <ac:picMk id="4" creationId="{3549AC13-E00F-596A-399D-0D75979B7AC4}"/>
          </ac:picMkLst>
        </pc:picChg>
      </pc:sldChg>
      <pc:sldChg chg="addSp delSp modSp mod">
        <pc:chgData name="Reddaveni Thirupathi" userId="eb9d43b22d48b970" providerId="LiveId" clId="{7B272BB5-451C-45F5-B85C-5EBD832C7413}" dt="2026-01-05T07:29:51.853" v="1859" actId="962"/>
        <pc:sldMkLst>
          <pc:docMk/>
          <pc:sldMk cId="3555244566" sldId="262"/>
        </pc:sldMkLst>
        <pc:graphicFrameChg chg="add del mod">
          <ac:chgData name="Reddaveni Thirupathi" userId="eb9d43b22d48b970" providerId="LiveId" clId="{7B272BB5-451C-45F5-B85C-5EBD832C7413}" dt="2026-01-05T07:28:37.281" v="1847" actId="478"/>
          <ac:graphicFrameMkLst>
            <pc:docMk/>
            <pc:sldMk cId="3555244566" sldId="262"/>
            <ac:graphicFrameMk id="2" creationId="{AEF59DFC-915B-AA9D-C39F-123DEED13144}"/>
          </ac:graphicFrameMkLst>
        </pc:graphicFrameChg>
        <pc:picChg chg="add mod">
          <ac:chgData name="Reddaveni Thirupathi" userId="eb9d43b22d48b970" providerId="LiveId" clId="{7B272BB5-451C-45F5-B85C-5EBD832C7413}" dt="2026-01-05T07:29:51.853" v="1859" actId="962"/>
          <ac:picMkLst>
            <pc:docMk/>
            <pc:sldMk cId="3555244566" sldId="262"/>
            <ac:picMk id="4" creationId="{64997D10-B10D-608D-F412-25C762C799FD}"/>
          </ac:picMkLst>
        </pc:picChg>
      </pc:sldChg>
      <pc:sldChg chg="addSp modSp mod">
        <pc:chgData name="Reddaveni Thirupathi" userId="eb9d43b22d48b970" providerId="LiveId" clId="{7B272BB5-451C-45F5-B85C-5EBD832C7413}" dt="2025-12-29T10:43:14.035" v="1174" actId="34135"/>
        <pc:sldMkLst>
          <pc:docMk/>
          <pc:sldMk cId="3984385839" sldId="264"/>
        </pc:sldMkLst>
        <pc:spChg chg="mod">
          <ac:chgData name="Reddaveni Thirupathi" userId="eb9d43b22d48b970" providerId="LiveId" clId="{7B272BB5-451C-45F5-B85C-5EBD832C7413}" dt="2025-12-29T10:43:14.035" v="1174" actId="34135"/>
          <ac:spMkLst>
            <pc:docMk/>
            <pc:sldMk cId="3984385839" sldId="264"/>
            <ac:spMk id="2" creationId="{92127CD8-0D24-5E51-E3E8-95DEE2C15E64}"/>
          </ac:spMkLst>
        </pc:spChg>
        <pc:spChg chg="mod">
          <ac:chgData name="Reddaveni Thirupathi" userId="eb9d43b22d48b970" providerId="LiveId" clId="{7B272BB5-451C-45F5-B85C-5EBD832C7413}" dt="2025-12-29T10:43:11.120" v="1173" actId="34135"/>
          <ac:spMkLst>
            <pc:docMk/>
            <pc:sldMk cId="3984385839" sldId="264"/>
            <ac:spMk id="3" creationId="{F922F8C0-479E-B62A-EE91-843F07E006F5}"/>
          </ac:spMkLst>
        </pc:spChg>
        <pc:picChg chg="add mod">
          <ac:chgData name="Reddaveni Thirupathi" userId="eb9d43b22d48b970" providerId="LiveId" clId="{7B272BB5-451C-45F5-B85C-5EBD832C7413}" dt="2025-12-28T12:48:46.330" v="597" actId="34135"/>
          <ac:picMkLst>
            <pc:docMk/>
            <pc:sldMk cId="3984385839" sldId="264"/>
            <ac:picMk id="5" creationId="{B85EDD20-9C68-6BCF-D0A9-C04264A99230}"/>
          </ac:picMkLst>
        </pc:picChg>
      </pc:sldChg>
      <pc:sldChg chg="addSp delSp modSp add mod ord">
        <pc:chgData name="Reddaveni Thirupathi" userId="eb9d43b22d48b970" providerId="LiveId" clId="{7B272BB5-451C-45F5-B85C-5EBD832C7413}" dt="2026-01-03T05:26:32.617" v="1837" actId="34135"/>
        <pc:sldMkLst>
          <pc:docMk/>
          <pc:sldMk cId="1330748847" sldId="266"/>
        </pc:sldMkLst>
        <pc:picChg chg="add mod">
          <ac:chgData name="Reddaveni Thirupathi" userId="eb9d43b22d48b970" providerId="LiveId" clId="{7B272BB5-451C-45F5-B85C-5EBD832C7413}" dt="2026-01-03T05:26:32.617" v="1837" actId="34135"/>
          <ac:picMkLst>
            <pc:docMk/>
            <pc:sldMk cId="1330748847" sldId="266"/>
            <ac:picMk id="2" creationId="{70CA2C0C-0DEE-5DD1-9DFC-C43D2D2162E0}"/>
          </ac:picMkLst>
        </pc:picChg>
        <pc:picChg chg="add mod">
          <ac:chgData name="Reddaveni Thirupathi" userId="eb9d43b22d48b970" providerId="LiveId" clId="{7B272BB5-451C-45F5-B85C-5EBD832C7413}" dt="2025-12-29T09:26:58.533" v="783" actId="14100"/>
          <ac:picMkLst>
            <pc:docMk/>
            <pc:sldMk cId="1330748847" sldId="266"/>
            <ac:picMk id="4" creationId="{F631611E-E940-9A84-B5F6-1BC3CCC6D9DF}"/>
          </ac:picMkLst>
        </pc:picChg>
      </pc:sldChg>
      <pc:sldChg chg="addSp delSp modSp add mod">
        <pc:chgData name="Reddaveni Thirupathi" userId="eb9d43b22d48b970" providerId="LiveId" clId="{7B272BB5-451C-45F5-B85C-5EBD832C7413}" dt="2026-01-05T07:32:00.010" v="1870" actId="962"/>
        <pc:sldMkLst>
          <pc:docMk/>
          <pc:sldMk cId="4191393683" sldId="269"/>
        </pc:sldMkLst>
        <pc:graphicFrameChg chg="add del mod">
          <ac:chgData name="Reddaveni Thirupathi" userId="eb9d43b22d48b970" providerId="LiveId" clId="{7B272BB5-451C-45F5-B85C-5EBD832C7413}" dt="2026-01-05T07:28:56.498" v="1850" actId="478"/>
          <ac:graphicFrameMkLst>
            <pc:docMk/>
            <pc:sldMk cId="4191393683" sldId="269"/>
            <ac:graphicFrameMk id="2" creationId="{5867D09C-EBE4-7BC1-A5B6-924BAEEE00E1}"/>
          </ac:graphicFrameMkLst>
        </pc:graphicFrameChg>
        <pc:picChg chg="add mod">
          <ac:chgData name="Reddaveni Thirupathi" userId="eb9d43b22d48b970" providerId="LiveId" clId="{7B272BB5-451C-45F5-B85C-5EBD832C7413}" dt="2026-01-05T07:32:00.010" v="1870" actId="962"/>
          <ac:picMkLst>
            <pc:docMk/>
            <pc:sldMk cId="4191393683" sldId="269"/>
            <ac:picMk id="4" creationId="{30497F60-C29A-AF66-1271-6ADEDBA6E4AF}"/>
          </ac:picMkLst>
        </pc:picChg>
      </pc:sldChg>
      <pc:sldChg chg="addSp delSp modSp new mod">
        <pc:chgData name="Reddaveni Thirupathi" userId="eb9d43b22d48b970" providerId="LiveId" clId="{7B272BB5-451C-45F5-B85C-5EBD832C7413}" dt="2025-12-29T10:20:43.174" v="1016" actId="115"/>
        <pc:sldMkLst>
          <pc:docMk/>
          <pc:sldMk cId="1979060644" sldId="271"/>
        </pc:sldMkLst>
        <pc:spChg chg="add mod">
          <ac:chgData name="Reddaveni Thirupathi" userId="eb9d43b22d48b970" providerId="LiveId" clId="{7B272BB5-451C-45F5-B85C-5EBD832C7413}" dt="2025-12-29T10:20:43.174" v="1016" actId="115"/>
          <ac:spMkLst>
            <pc:docMk/>
            <pc:sldMk cId="1979060644" sldId="271"/>
            <ac:spMk id="3" creationId="{946DECAE-D445-42C3-C307-4F1450643FD3}"/>
          </ac:spMkLst>
        </pc:spChg>
      </pc:sldChg>
      <pc:sldChg chg="addSp modSp new mod ord">
        <pc:chgData name="Reddaveni Thirupathi" userId="eb9d43b22d48b970" providerId="LiveId" clId="{7B272BB5-451C-45F5-B85C-5EBD832C7413}" dt="2026-01-03T07:08:44.875" v="1844"/>
        <pc:sldMkLst>
          <pc:docMk/>
          <pc:sldMk cId="2664506741" sldId="272"/>
        </pc:sldMkLst>
        <pc:spChg chg="add mod">
          <ac:chgData name="Reddaveni Thirupathi" userId="eb9d43b22d48b970" providerId="LiveId" clId="{7B272BB5-451C-45F5-B85C-5EBD832C7413}" dt="2026-01-02T07:38:08.285" v="1319" actId="14100"/>
          <ac:spMkLst>
            <pc:docMk/>
            <pc:sldMk cId="2664506741" sldId="272"/>
            <ac:spMk id="4" creationId="{228A7AD3-0213-00B9-A052-D2E8146C2DFE}"/>
          </ac:spMkLst>
        </pc:spChg>
        <pc:picChg chg="add mod">
          <ac:chgData name="Reddaveni Thirupathi" userId="eb9d43b22d48b970" providerId="LiveId" clId="{7B272BB5-451C-45F5-B85C-5EBD832C7413}" dt="2026-01-03T05:26:37.017" v="1838" actId="34135"/>
          <ac:picMkLst>
            <pc:docMk/>
            <pc:sldMk cId="2664506741" sldId="272"/>
            <ac:picMk id="2" creationId="{5EA52D81-725F-26C1-65B4-1836ABA6FB73}"/>
          </ac:picMkLst>
        </pc:picChg>
        <pc:picChg chg="add mod">
          <ac:chgData name="Reddaveni Thirupathi" userId="eb9d43b22d48b970" providerId="LiveId" clId="{7B272BB5-451C-45F5-B85C-5EBD832C7413}" dt="2025-12-29T09:24:42.361" v="744" actId="34135"/>
          <ac:picMkLst>
            <pc:docMk/>
            <pc:sldMk cId="2664506741" sldId="272"/>
            <ac:picMk id="3" creationId="{0592CC0A-5A13-FA77-531B-1F18C2BDB4A5}"/>
          </ac:picMkLst>
        </pc:picChg>
      </pc:sldChg>
      <pc:sldChg chg="addSp delSp modSp add mod">
        <pc:chgData name="Reddaveni Thirupathi" userId="eb9d43b22d48b970" providerId="LiveId" clId="{7B272BB5-451C-45F5-B85C-5EBD832C7413}" dt="2026-01-02T06:59:10.247" v="1306" actId="14100"/>
        <pc:sldMkLst>
          <pc:docMk/>
          <pc:sldMk cId="706183692" sldId="273"/>
        </pc:sldMkLst>
        <pc:spChg chg="add mod">
          <ac:chgData name="Reddaveni Thirupathi" userId="eb9d43b22d48b970" providerId="LiveId" clId="{7B272BB5-451C-45F5-B85C-5EBD832C7413}" dt="2025-12-29T10:33:23.547" v="1049" actId="1076"/>
          <ac:spMkLst>
            <pc:docMk/>
            <pc:sldMk cId="706183692" sldId="273"/>
            <ac:spMk id="2" creationId="{B513AD82-AB22-F601-26AB-A3C18C1298DF}"/>
          </ac:spMkLst>
        </pc:spChg>
        <pc:spChg chg="mod">
          <ac:chgData name="Reddaveni Thirupathi" userId="eb9d43b22d48b970" providerId="LiveId" clId="{7B272BB5-451C-45F5-B85C-5EBD832C7413}" dt="2025-12-29T09:58:46.464" v="857" actId="34135"/>
          <ac:spMkLst>
            <pc:docMk/>
            <pc:sldMk cId="706183692" sldId="273"/>
            <ac:spMk id="4" creationId="{4A9F1363-F6B9-92D2-0D3F-4BE8D75E2E52}"/>
          </ac:spMkLst>
        </pc:spChg>
        <pc:spChg chg="add mod">
          <ac:chgData name="Reddaveni Thirupathi" userId="eb9d43b22d48b970" providerId="LiveId" clId="{7B272BB5-451C-45F5-B85C-5EBD832C7413}" dt="2026-01-02T06:58:50.954" v="1303" actId="115"/>
          <ac:spMkLst>
            <pc:docMk/>
            <pc:sldMk cId="706183692" sldId="273"/>
            <ac:spMk id="5" creationId="{8976C12C-2B7D-4C44-5871-B59B37D4FF79}"/>
          </ac:spMkLst>
        </pc:spChg>
        <pc:spChg chg="add mod">
          <ac:chgData name="Reddaveni Thirupathi" userId="eb9d43b22d48b970" providerId="LiveId" clId="{7B272BB5-451C-45F5-B85C-5EBD832C7413}" dt="2026-01-02T06:59:10.247" v="1306" actId="14100"/>
          <ac:spMkLst>
            <pc:docMk/>
            <pc:sldMk cId="706183692" sldId="273"/>
            <ac:spMk id="6" creationId="{0E93244F-4D8A-AA6E-A969-F60DED26FE68}"/>
          </ac:spMkLst>
        </pc:spChg>
        <pc:spChg chg="add mod">
          <ac:chgData name="Reddaveni Thirupathi" userId="eb9d43b22d48b970" providerId="LiveId" clId="{7B272BB5-451C-45F5-B85C-5EBD832C7413}" dt="2026-01-02T06:58:56.640" v="1305" actId="115"/>
          <ac:spMkLst>
            <pc:docMk/>
            <pc:sldMk cId="706183692" sldId="273"/>
            <ac:spMk id="7" creationId="{379E8159-CFEB-FBD7-97F2-6A0E2B9EA64C}"/>
          </ac:spMkLst>
        </pc:spChg>
        <pc:spChg chg="add mod">
          <ac:chgData name="Reddaveni Thirupathi" userId="eb9d43b22d48b970" providerId="LiveId" clId="{7B272BB5-451C-45F5-B85C-5EBD832C7413}" dt="2025-12-29T10:34:10.539" v="1060" actId="14100"/>
          <ac:spMkLst>
            <pc:docMk/>
            <pc:sldMk cId="706183692" sldId="273"/>
            <ac:spMk id="12" creationId="{476C2F34-CC58-7FA5-B797-1115DB7A6E5C}"/>
          </ac:spMkLst>
        </pc:spChg>
      </pc:sldChg>
      <pc:sldChg chg="addSp modSp new mod ord">
        <pc:chgData name="Reddaveni Thirupathi" userId="eb9d43b22d48b970" providerId="LiveId" clId="{7B272BB5-451C-45F5-B85C-5EBD832C7413}" dt="2026-01-03T05:27:21.195" v="1840"/>
        <pc:sldMkLst>
          <pc:docMk/>
          <pc:sldMk cId="665502487" sldId="274"/>
        </pc:sldMkLst>
        <pc:spChg chg="add mod">
          <ac:chgData name="Reddaveni Thirupathi" userId="eb9d43b22d48b970" providerId="LiveId" clId="{7B272BB5-451C-45F5-B85C-5EBD832C7413}" dt="2025-12-29T10:03:31.216" v="930" actId="115"/>
          <ac:spMkLst>
            <pc:docMk/>
            <pc:sldMk cId="665502487" sldId="274"/>
            <ac:spMk id="2" creationId="{8BCF0AF4-C8C7-B455-AB2A-E85EBD5F26C3}"/>
          </ac:spMkLst>
        </pc:spChg>
        <pc:spChg chg="add mod">
          <ac:chgData name="Reddaveni Thirupathi" userId="eb9d43b22d48b970" providerId="LiveId" clId="{7B272BB5-451C-45F5-B85C-5EBD832C7413}" dt="2026-01-02T07:39:13.428" v="1337" actId="20577"/>
          <ac:spMkLst>
            <pc:docMk/>
            <pc:sldMk cId="665502487" sldId="274"/>
            <ac:spMk id="3" creationId="{4E0D4ACF-48BC-4C11-511B-161A9ED596DD}"/>
          </ac:spMkLst>
        </pc:spChg>
        <pc:picChg chg="add mod">
          <ac:chgData name="Reddaveni Thirupathi" userId="eb9d43b22d48b970" providerId="LiveId" clId="{7B272BB5-451C-45F5-B85C-5EBD832C7413}" dt="2025-12-29T10:20:05.567" v="1014" actId="34135"/>
          <ac:picMkLst>
            <pc:docMk/>
            <pc:sldMk cId="665502487" sldId="274"/>
            <ac:picMk id="4" creationId="{B62D8B29-3CE7-8EA9-38F4-C7101E23345B}"/>
          </ac:picMkLst>
        </pc:picChg>
      </pc:sldChg>
      <pc:sldChg chg="addSp modSp new mod ord">
        <pc:chgData name="Reddaveni Thirupathi" userId="eb9d43b22d48b970" providerId="LiveId" clId="{7B272BB5-451C-45F5-B85C-5EBD832C7413}" dt="2026-01-03T05:26:19.692" v="1834" actId="34135"/>
        <pc:sldMkLst>
          <pc:docMk/>
          <pc:sldMk cId="4293967523" sldId="275"/>
        </pc:sldMkLst>
        <pc:spChg chg="add mod">
          <ac:chgData name="Reddaveni Thirupathi" userId="eb9d43b22d48b970" providerId="LiveId" clId="{7B272BB5-451C-45F5-B85C-5EBD832C7413}" dt="2025-12-29T10:35:42.490" v="1085" actId="115"/>
          <ac:spMkLst>
            <pc:docMk/>
            <pc:sldMk cId="4293967523" sldId="275"/>
            <ac:spMk id="2" creationId="{7ABD9855-A3E9-00BC-3554-C8EE5845F6C8}"/>
          </ac:spMkLst>
        </pc:spChg>
        <pc:spChg chg="add mod">
          <ac:chgData name="Reddaveni Thirupathi" userId="eb9d43b22d48b970" providerId="LiveId" clId="{7B272BB5-451C-45F5-B85C-5EBD832C7413}" dt="2025-12-29T10:38:26.875" v="1120" actId="34135"/>
          <ac:spMkLst>
            <pc:docMk/>
            <pc:sldMk cId="4293967523" sldId="275"/>
            <ac:spMk id="3" creationId="{54C60840-3E76-65CB-80A4-4474C40F4799}"/>
          </ac:spMkLst>
        </pc:spChg>
        <pc:picChg chg="add mod">
          <ac:chgData name="Reddaveni Thirupathi" userId="eb9d43b22d48b970" providerId="LiveId" clId="{7B272BB5-451C-45F5-B85C-5EBD832C7413}" dt="2026-01-03T05:26:19.692" v="1834" actId="34135"/>
          <ac:picMkLst>
            <pc:docMk/>
            <pc:sldMk cId="4293967523" sldId="275"/>
            <ac:picMk id="4" creationId="{1E521DDC-0EA3-54EF-4B5E-161813A2A92B}"/>
          </ac:picMkLst>
        </pc:picChg>
      </pc:sldChg>
      <pc:sldChg chg="addSp delSp modSp new mod ord">
        <pc:chgData name="Reddaveni Thirupathi" userId="eb9d43b22d48b970" providerId="LiveId" clId="{7B272BB5-451C-45F5-B85C-5EBD832C7413}" dt="2026-01-03T05:27:24.224" v="1842"/>
        <pc:sldMkLst>
          <pc:docMk/>
          <pc:sldMk cId="271391761" sldId="276"/>
        </pc:sldMkLst>
        <pc:spChg chg="add mod">
          <ac:chgData name="Reddaveni Thirupathi" userId="eb9d43b22d48b970" providerId="LiveId" clId="{7B272BB5-451C-45F5-B85C-5EBD832C7413}" dt="2026-01-03T05:00:19.469" v="1361" actId="1076"/>
          <ac:spMkLst>
            <pc:docMk/>
            <pc:sldMk cId="271391761" sldId="276"/>
            <ac:spMk id="2" creationId="{967C0BA8-2A2B-0091-6CDD-996F7328ABB2}"/>
          </ac:spMkLst>
        </pc:spChg>
        <pc:spChg chg="add mod">
          <ac:chgData name="Reddaveni Thirupathi" userId="eb9d43b22d48b970" providerId="LiveId" clId="{7B272BB5-451C-45F5-B85C-5EBD832C7413}" dt="2026-01-03T05:26:11.119" v="1831" actId="34135"/>
          <ac:spMkLst>
            <pc:docMk/>
            <pc:sldMk cId="271391761" sldId="276"/>
            <ac:spMk id="5" creationId="{85F44B72-4A2C-3FC1-F3AB-57ABCE6D3F38}"/>
          </ac:spMkLst>
        </pc:spChg>
        <pc:picChg chg="add mod">
          <ac:chgData name="Reddaveni Thirupathi" userId="eb9d43b22d48b970" providerId="LiveId" clId="{7B272BB5-451C-45F5-B85C-5EBD832C7413}" dt="2026-01-03T05:26:14.024" v="1832" actId="34135"/>
          <ac:picMkLst>
            <pc:docMk/>
            <pc:sldMk cId="271391761" sldId="276"/>
            <ac:picMk id="6" creationId="{6CE1BE3B-DA5F-FC9C-FB54-5BF7D7C9DD94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2T06:54:01.33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0 802 24575,'2'7'0,"0"-1"0,0 1 0,0 0 0,0-1 0,1 1 0,1-1 0,-1 0 0,1 0 0,7 10 0,6 11 0,6 11 0,-11-19 0,-1 1 0,-1 0 0,12 34 0,2 40 0,-18-63 0,2 0 0,0-1 0,19 42 0,-24-66 0,0 0 0,0 1 0,0-1 0,1-1 0,-1 1 0,1 0 0,1-1 0,-1 0 0,1 0 0,0 0 0,0-1 0,0 1 0,1-1 0,0-1 0,0 1 0,0-1 0,6 3 0,36 12 0,82 21 0,-103-33 0,-1-2 0,1-1 0,-1-1 0,54-2 0,-51-3 0,-3 2 0,-1-1 0,1-2 0,48-13 0,-72 17 0,-1 0 0,0-1 0,1 1 0,-1-1 0,0 1 0,1-1 0,-1 1 0,0-1 0,0 0 0,0 1 0,0-1 0,0 0 0,0 0 0,0 0 0,0 0 0,0 0 0,0 0 0,0 0 0,0 0 0,-1-1 0,1 1 0,-1 0 0,1 0 0,-1-1 0,1 1 0,0-3 0,-2 2 0,1 0 0,-1 0 0,1 0 0,-1 0 0,0 0 0,0 0 0,1 1 0,-1-1 0,-1 0 0,1 0 0,0 1 0,0-1 0,-1 0 0,1 1 0,-3-2 0,-5-5 0,0 1 0,-1 0 0,1 1 0,-1 0 0,-13-5 0,-7-1 0,1-2 0,-49-29 0,65 34 0,0-1 0,1 0 0,1-1 0,-1 0 0,2 0 0,0-1 0,-16-24 0,10 12 0,-1 0 0,-1 2 0,-1 0 0,0 1 0,-2 0 0,-1 2 0,-44-30 0,61 45 0,-1-1 0,1 1 0,-1-1 0,1 1 0,0-2 0,1 1 0,-1 0 0,-3-8 0,7 12 0,1 0 0,-1 0 0,0-1 0,1 1 0,-1-1 0,1 1 0,0 0 0,-1-1 0,1 1 0,0-1 0,0 1 0,0-1 0,0 1 0,0-1 0,0 1 0,1-1 0,-1 1 0,1-2 0,0 1 0,0 1 0,0-1 0,0 1 0,0-1 0,1 1 0,-1-1 0,0 1 0,1 0 0,-1 0 0,1-1 0,0 1 0,-1 0 0,1 0 0,0 1 0,-1-1 0,1 0 0,3 0 0,11-4 0,1 1 0,0 1 0,0 0 0,30 0 0,78 5 0,-55 1 0,-12-3 0,454-3 0,-402-4 0,0-5 0,174-41 0,-264 47 0,0 0 0,0-1 0,-1-1 0,0-1 0,25-15 0,-44 24 0,1 0 0,-1 0 0,0 0 0,0 0 0,0 0 0,0 0 0,0 0 0,1 0 0,-1 0 0,0 0 0,0-1 0,0 1 0,0 0 0,0 0 0,1 0 0,-1 0 0,0 0 0,0 0 0,0 0 0,0-1 0,0 1 0,0 0 0,0 0 0,0 0 0,0 0 0,0 0 0,1 0 0,-1-1 0,0 1 0,0 0 0,0 0 0,0 0 0,0 0 0,0-1 0,0 1 0,0 0 0,0 0 0,0 0 0,0 0 0,0 0 0,0-1 0,0 1 0,-1 0 0,1 0 0,0 0 0,0 0 0,0 0 0,0-1 0,0 1 0,0 0 0,0 0 0,0 0 0,0 0 0,-1 0 0,1 0 0,0-1 0,0 1 0,0 0 0,0 0 0,0 0 0,0 0 0,-1 0 0,1 0 0,0 0 0,0 0 0,0 0 0,-1 0 0,-18-3 0,-29 4 0,-54 10 0,1 4 0,-134 39 0,218-50 0,-1 1 0,0 1 0,1 0 0,0 1 0,1 1 0,0 1 0,0 1 0,1 0 0,-17 13 0,30-21 0,0 0 0,1-1 0,-1 1 0,0 0 0,0 0 0,1 0 0,-1 0 0,1 0 0,0 1 0,0-1 0,0 0 0,0 1 0,0-1 0,0 0 0,-1 5 0,3-5 0,-1-1 0,0 1 0,1-1 0,-1 1 0,1-1 0,-1 1 0,1-1 0,0 0 0,0 1 0,-1-1 0,1 0 0,0 1 0,0-1 0,0 0 0,0 0 0,1 0 0,-1 0 0,0 0 0,0 0 0,1 0 0,-1-1 0,0 1 0,1 0 0,-1-1 0,1 1 0,2 0 0,8 3 0,1 0 0,0-1 0,0 0 0,0-1 0,22 1 0,67-4 0,-93 0 0,6 0 0,-20 0 0,-28 0 0,-444-27 0,296 5 0,179 23 0,0 0 0,1 0 0,-1 0 0,0 0 0,0 0 0,0-1 0,1 1 0,-1 0 0,0-1 0,1 1 0,-1-1 0,0 0 0,1 0 0,-1 1 0,-1-3 0,3 3 0,0-1 0,0 0 0,0 1 0,1-1 0,-1 1 0,0-1 0,1 0 0,-1 1 0,0-1 0,1 1 0,-1-1 0,1 1 0,-1-1 0,1 1 0,-1-1 0,1 1 0,-1 0 0,1-1 0,-1 1 0,1 0 0,-1-1 0,1 1 0,0 0 0,-1 0 0,1 0 0,0-1 0,64-22 0,-61 22 0,63-16 0,1 2 0,1 3 0,88-3 0,213 10 0,-278 6 0,88-14 0,-49 2 0,-103 11 0,-28 0 0,1 0 0,-1 0 0,0 0 0,1 0 0,-1 0 0,0 1 0,0-1 0,1 0 0,-1 0 0,0 0 0,1 0 0,-1 1 0,0-1 0,0 0 0,0 0 0,1 0 0,-1 1 0,0-1 0,0 0 0,0 1 0,1-1 0,-1 0 0,0 0 0,0 1 0,0-1 0,0 0 0,0 1 0,0-1 0,0 0 0,0 0 0,0 1 0,0-1 0,0 0 0,0 1 0,0-1 0,0 0 0,0 1 0,0-1 0,0 0 0,0 1 0,0-1 0,0 0 0,0 0 0,-1 1 0,1-1 0,0 0 0,0 0 0,0 1 0,-1-1 0,1 0 0,0 0 0,0 1 0,0-1 0,-1 0 0,1 0 0,-15 15 0,-12 4 0,0-1 0,-2-2 0,0-1 0,0-2 0,-45 15 0,-32 1 0,77-22 0,1 0 0,0 2 0,-44 20 0,65-25 0,0 0 0,1 1 0,-1 0 0,1 0 0,0 1 0,1-1 0,-1 1 0,1 1 0,-8 12 0,-2 6 0,-15 39 0,14-30 0,12-26 0,1 0 0,-1 0 0,1 0 0,1 1 0,0-1 0,0 1 0,-1 9 0,3-16 0,0 1 0,0-1 0,0 1 0,1-1 0,-1 0 0,1 1 0,-1-1 0,1 0 0,0 0 0,0 1 0,0-1 0,0 0 0,0 0 0,0 0 0,1 0 0,-1 0 0,1 0 0,0-1 0,-1 1 0,1 0 0,0-1 0,0 1 0,0-1 0,0 0 0,0 1 0,0-1 0,0 0 0,0 0 0,1-1 0,-1 1 0,3 0 0,22 4 0,-1 0 0,1-3 0,0 0 0,0-1 0,41-5 0,-15 1 0,-27 4 0,38-4 0,-60 3 0,-1-1 0,1 1 0,-1-1 0,0 0 0,1 0 0,-1 0 0,0-1 0,0 1 0,0-1 0,0 1 0,0-1 0,0 0 0,0 0 0,3-4 0,-4 3 0,0 0 0,-1-1 0,1 1 0,-1 0 0,0 0 0,0-1 0,0 1 0,-1-1 0,1 1 0,-1 0 0,1-8 0,3-20 0,0 20 0,1 1 0,0 0 0,1 0 0,0 1 0,0 0 0,1 0 0,0 0 0,1 1 0,0 0 0,0 0 0,1 1 0,0 0 0,18-10 0,13-6 0,0 2 0,45-16 0,-70 31 0,36-13 0,-1 2 0,2 2 0,0 3 0,70-8 0,-10 10 0,115 5 0,-201 4 0,0-2 0,-1-1 0,1-1 0,29-10 0,43-7 0,11-1 0,-217 17 0,73 7 0,0 0 0,0 3 0,1 0 0,-1 3 0,1 1 0,1 1 0,0 2 0,0 1 0,-60 31 0,-140 83 0,230-124 0,0-1 0,1 0 0,-1 1 0,1 0 0,-1 0 0,1-1 0,0 1 0,0 1 0,0-1 0,0 0 0,0 0 0,0 1 0,0-1 0,1 1 0,0 0 0,-1-1 0,1 1 0,-1 4 0,2-4 0,0-1 0,0 0 0,0 1 0,1-1 0,-1 0 0,1 0 0,-1 1 0,1-1 0,0 0 0,0 0 0,0 0 0,0 0 0,1 0 0,-1 0 0,0 0 0,1 0 0,-1-1 0,1 1 0,0-1 0,-1 1 0,1-1 0,0 1 0,0-1 0,0 0 0,3 1 0,14 9 0,1-1 0,0-1 0,0-1 0,1-1 0,1 0 0,-1-2 0,1-1 0,31 3 0,181-1 0,-229-6 0,44-2 0,-45 2 0,-6-1 0,-25 0 0,22 1 0,-245 2 0,193 1 0,0 3 0,-78 18 0,76-9 0,0-4 0,-71 6 0,165-19 0,36-5 0,59-17 0,174-8 0,-193 24 0,192-40 0,-270 38 0,-1-2 0,35-17 0,29-11 0,-27 21 0,1 3 0,78-7 0,71-16 0,-127 19 0,1 5 0,144-7 0,191 21 0,-242 4 0,591-2 0,-766-1 0,3 0 0,0 1 0,0-2 0,0 0 0,0 0 0,0-2 0,0 1 0,-1-2 0,17-6 0,-29 10 0,0 0 0,-1 0 0,1 0 0,-1-1 0,1 1 0,0 0 0,-1-1 0,1 1 0,-1 0 0,1-1 0,-1 1 0,1-1 0,-1 1 0,0-1 0,1 1 0,-1-1 0,1 1 0,-1-1 0,0 1 0,1-1 0,-1 1 0,0-1 0,1 0 0,-10-7 0,-27 0 0,-12 4 0,0 2 0,-61 6 0,-99 19 0,26-3 0,176-19 0,-14 0 0,0 2 0,-22 4 0,37-6 0,1 0 0,0 1 0,0-1 0,0 1 0,0 0 0,0 0 0,0 0 0,0 0 0,1 0 0,-1 1 0,1 0 0,0 0 0,0 0 0,0 0 0,-5 7 0,7-9 0,1 0 0,-1-1 0,1 1 0,0 0 0,-1 0 0,1 0 0,0 0 0,0 0 0,0 0 0,0 0 0,0 0 0,0 0 0,0 0 0,0 0 0,0 0 0,0 0 0,0 0 0,1 0 0,-1 0 0,0 0 0,1 0 0,-1 0 0,1 0 0,-1 0 0,1 0 0,-1 0 0,1-1 0,0 1 0,-1 0 0,1 0 0,0-1 0,-1 1 0,1 0 0,0-1 0,0 1 0,0-1 0,0 1 0,0-1 0,0 0 0,0 1 0,1-1 0,43 13 0,-45-13 0,61 7 0,0-2 0,86-5 0,-121 0 0,12-3 0,0-1 0,-1-2 0,61-18 0,-51 11 0,76-10 0,31 6 0,379-26 0,-416 41 0,301-18 0,164-13 0,2 34 0,-224 2 0,-51 16 0,-304-17 0,-9-1 0,-24 1 0,-42 0 0,-228-3 0,3964 1 0,-3398 20 0,-251-17 0,-19-1 0,-30 0 0,10-1 0,-88 22 0,75-14 0,-68 7 0,14-10 0,-10 0 0,-163 29 0,214-21 0,1 2 0,-86 43 0,78-33 0,-74 24 0,79-35 0,0-3 0,-1-2 0,0-2 0,-66 1 0,114-8 0,-5-2 0,-1 2 0,0-1 0,1 1 0,-1 0 0,-15 5 0,23-5 0,-1-1 0,1 1 0,0 0 0,-1 0 0,1-1 0,-1 1 0,1 0 0,0 0 0,0 1 0,0-1 0,0 0 0,0 0 0,0 0 0,0 1 0,0-1 0,0 0 0,0 1 0,1-1 0,-1 1 0,1-1 0,-1 1 0,1 0 0,-1-1 0,1 1 0,0-1 0,0 1 0,0-1 0,0 1 0,0 0 0,0-1 0,0 1 0,0-1 0,1 1 0,-1 0 0,1-1 0,-1 1 0,2 2 0,6 15 0,0 0 0,1 0 0,0-1 0,23 31 0,57 61 0,-77-98 0,0 0 0,1 0 0,1-1 0,-1-1 0,1 0 0,1-1 0,16 7 0,156 77 0,-186-92 0,0-1 0,0 0 0,0 1 0,0-1 0,0 1 0,0-1 0,0 1 0,0 0 0,0-1 0,0 1 0,0 0 0,0 0 0,0 0 0,-1-1 0,1 1 0,0 0 0,-1 0 0,1 0 0,-1 0 0,1 0 0,-1 0 0,1 1 0,-1-1 0,1 1 0,-2-1 0,1 0 0,-1 1 0,0-1 0,1 0 0,-1 0 0,0 0 0,0 0 0,1 0 0,-1 0 0,0 0 0,0-1 0,0 1 0,0 0 0,0 0 0,0-1 0,-1 1 0,1-1 0,0 1 0,0-1 0,0 1 0,-1-1 0,1 0 0,0 1 0,-2-1 0,-38 8 0,1-2 0,-1-2 0,-80-2 0,67-2 0,-100-2 0,-76 2 0,170 12 0,-1-1 0,57-10 0,0-1 0,-1 0 0,1 0 0,0 0 0,0 0 0,0-1 0,0 1 0,0-1 0,0 0 0,0-1 0,-5-1 0,7 1 0,0 0 0,-1 1 0,1-1 0,0 0 0,0 0 0,0 0 0,0-1 0,1 1 0,-1 0 0,1-1 0,-1 1 0,1-1 0,0 1 0,0-1 0,0 0 0,0 0 0,0 1 0,1-1 0,-1 0 0,1 0 0,0 0 0,0 0 0,0-4 0,1-5 0,0-1 0,1 1 0,0 1 0,6-19 0,15-38 0,4 2 0,2 0 0,4 2 0,2 2 0,2 1 0,4 1 0,2 3 0,2 1 0,69-65 0,-107 114 0,48-40 0,-52 45 0,0 0 0,0 0 0,0 0 0,0 1 0,1-1 0,-1 1 0,0-1 0,1 1 0,0 0 0,-1 1 0,1-1 0,-1 1 0,1-1 0,0 1 0,5 0 0,-3 2 0,-20-9 0,6 1 0,-1 1 0,2-2 0,-1 1 0,1-1 0,-9-10 0,14 14 0,0 0 0,0-1 0,0 1 0,1 0 0,-1 0 0,1-1 0,0 1 0,0-1 0,0 1 0,1-1 0,-1 0 0,1 1 0,0-1 0,0 1 0,0-1 0,0 0 0,1 1 0,-1-1 0,2-4 0,2-3 0,1 0 0,0 0 0,1 1 0,-1 0 0,2 0 0,0 0 0,0 1 0,1 0 0,0 0 0,0 0 0,16-11 0,53-44 0,3 4 0,142-83 0,195-77 0,-349 186 0,-24 11 0,-17 8 0,0 2 0,1 0 0,1 2 0,0 0 0,37-7 0,-64 18 0,0-1 0,1 1 0,-1-1 0,0 1 0,1 0 0,-1 0 0,0 0 0,0 0 0,1 1 0,-1-1 0,0 1 0,0-1 0,1 1 0,-1 0 0,0 0 0,0-1 0,0 2 0,2 0 0,-2-1 0,-1 1 0,0-1 0,0 1 0,0-1 0,0 1 0,0-1 0,-1 1 0,1-1 0,0 1 0,-1 0 0,1-1 0,-1 1 0,0 0 0,1 0 0,-1-1 0,0 1 0,0 0 0,0 2 0,-2 9 0,0-1 0,-1 0 0,0 1 0,-1-1 0,-6 13 0,6-14 0,-11 28 0,-23 43 0,30-67 0,-1 0 0,-1-1 0,0-1 0,-1 1 0,-21 20 0,-32 28-1365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2T06:54:17.17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3946 314 24575,'-296'-15'0,"168"6"0,104 6 0,24 3 0,0 0 0,0 0 0,0 0 0,0 0 0,0 0 0,-1 0 0,1 0 0,0 0 0,0 0 0,0 0 0,0 0 0,-1 0 0,1 0 0,0 0 0,0 0 0,0 0 0,0 0 0,0 0 0,-1 0 0,1-1 0,0 1 0,0 0 0,0 0 0,0 0 0,0 0 0,0 0 0,0 0 0,0-1 0,-1 1 0,1 0 0,0 0 0,0 0 0,0 0 0,0 0 0,0-1 0,0 1 0,0 0 0,0 0 0,0 0 0,0 0 0,0 0 0,0-1 0,0 1 0,0 0 0,0 0 0,0 0 0,0 0 0,0-1 0,0 1 0,1 0 0,34-17 0,108-28 0,231-42 0,-264 64 0,201-39 0,-96 36 0,-100 15 0,103 1 0,-218 10 0,0 0 0,0 0 0,1 0 0,-1 0 0,0 0 0,0 0 0,0 0 0,1 0 0,-1 0 0,0 0 0,0 0 0,0 0 0,1 0 0,-1 0 0,0 0 0,0 0 0,1 0 0,-1 0 0,0 0 0,0 0 0,0 0 0,1 0 0,-1 0 0,0 0 0,0 0 0,0 0 0,0 0 0,1 0 0,-1 1 0,0-1 0,0 0 0,0 0 0,0 0 0,1 0 0,-1 0 0,0 1 0,0-1 0,0 0 0,0 0 0,0 0 0,0 1 0,0-1 0,0 0 0,1 0 0,-1 0 0,0 1 0,0-1 0,0 0 0,-11 9 0,-25 9 0,-113 32 0,60-22 0,-211 66 0,284-88 0,33-2 0,336-4 0,-155-3 0,-170 4 0,-1 2 0,1 1 0,46 14 0,15 2 0,-68-16 0,-21-4 0,0 0 0,0 0 0,0 0 0,0 0 0,0 0 0,0 1 0,0-1 0,0 0 0,0 0 0,0 0 0,0 0 0,0 0 0,0 0 0,0 0 0,0 0 0,0 0 0,0 0 0,0 0 0,0 0 0,0 0 0,0 0 0,0 1 0,0-1 0,0 0 0,0 0 0,0 0 0,0 0 0,0 0 0,0 0 0,0 0 0,0 0 0,0 0 0,0 0 0,0 0 0,0 0 0,1 0 0,-1 0 0,0 0 0,0 0 0,0 0 0,0 0 0,0 0 0,0 0 0,-36 1 0,-301-3 0,504 0 0,200 5 0,-365-3 0,1 0 0,-1 0 0,1 0 0,-1 0 0,0 1 0,1-1 0,-1 1 0,0 0 0,0 0 0,1-1 0,-1 1 0,0 1 0,0-1 0,3 2 0,-5-3 0,0 1 0,0-1 0,0 0 0,1 1 0,-1-1 0,0 0 0,0 1 0,0-1 0,0 0 0,0 1 0,0-1 0,0 0 0,0 1 0,0-1 0,0 0 0,0 1 0,0-1 0,0 0 0,0 1 0,0-1 0,-1 1 0,1-1 0,0 0 0,0 0 0,0 1 0,0-1 0,-1 0 0,1 1 0,0-1 0,0 0 0,-1 0 0,1 1 0,0-1 0,-24 14 0,-6-3 0,-1-2 0,0-1 0,-62 8 0,-104-1 0,165-13 0,-282 19 0,211-9 0,-102 24 0,141-18 0,46-9 0,17-8 0,1-1 0,0 0 0,0 0 0,0 0 0,0 0 0,0 1 0,-1-1 0,1 0 0,0 0 0,0 0 0,0 1 0,0-1 0,0 0 0,0 0 0,0 0 0,0 1 0,0-1 0,0 0 0,0 0 0,0 1 0,0-1 0,0 0 0,0 0 0,0 0 0,0 1 0,0-1 0,0 0 0,0 0 0,0 1 0,0-1 0,0 0 0,0 0 0,0 0 0,1 1 0,-1-1 0,0 0 0,0 0 0,0 0 0,1 1 0,2 0 0,0 1 0,0 0 0,0-1 0,1 0 0,-1 0 0,0 0 0,1 0 0,4 1 0,83 9 0,1-3 0,120-5 0,-120-3 0,484-3 0,-558 3 0,0 0 0,0-2 0,-1 0 0,1-1 0,-1-1 0,0 0 0,0-2 0,0 0 0,0 0 0,-1-2 0,0 0 0,14-11 0,-28 18 0,0 0 0,-1 0 0,1 0 0,-1-1 0,1 1 0,-1 0 0,0-1 0,0 1 0,1-1 0,-1 0 0,0 1 0,-1-1 0,1 0 0,0 0 0,1-2 0,-3 2 0,1 1 0,0-1 0,0 1 0,-1 0 0,1-1 0,-1 1 0,1-1 0,-1 1 0,1 0 0,-1-1 0,0 1 0,0 0 0,0-1 0,1 1 0,-1 0 0,0 0 0,-1 0 0,1 0 0,0 0 0,0 0 0,0 0 0,-1 1 0,1-1 0,-2-1 0,-7-4 0,-1 1 0,0 0 0,-1 0 0,1 1 0,-1 0 0,-14-2 0,-86-11 0,105 16 0,-574-34-713,-8 44 0,155 18 476,312-11 700,-184 47 0,188-33-94,-235 27-1,189-37-368,84-9 0,-2-3 0,-113-3 0,186-6 0,0 0 0,0 0 0,0-1 0,1 0 0,-14-5 0,21 7 0,0-1 0,0 1 0,0-1 0,0 1 0,0-1 0,0 1 0,0-1 0,0 0 0,0 1 0,0-1 0,1 0 0,-1 0 0,0 0 0,1 1 0,-1-1 0,1 0 0,-1 0 0,0 0 0,1 0 0,0 0 0,-1-2 0,1 1 0,0 0 0,1 1 0,-1-1 0,1 0 0,-1 1 0,1-1 0,0 1 0,0-1 0,-1 1 0,1-1 0,0 1 0,0 0 0,1-1 0,-1 1 0,0 0 0,0 0 0,1 0 0,-1 0 0,2-2 0,11-6 0,-1 0 0,1 1 0,1 0 0,19-8 0,78-24 0,-111 40 0,531-136-568,15 45 0,-542 90 568,144-21 0,203-5 0,-320 29-20,-32-2 20,0 1-1,0-1 1,0 0 0,0 0-1,0 0 1,-1 0 0,1 0-1,0 0 1,0 0 0,0 0-1,0 1 1,0-1 0,0 0-1,0 0 1,0 0 0,0 0-1,0 0 1,0 0 0,0 1-1,0-1 1,0 0 0,0 0 0,0 0-1,0 0 1,0 0 0,0 0-1,0 0 1,0 1 0,0-1-1,0 0 1,0 0 0,1 0-1,-1 0 1,0 0 0,0 0-1,0 0 1,0 0 0,0 1-1,0-1 1,0 0 0,0 0-1,0 0 1,1 0 0,-1 0-1,0 0 1,0 0 0,0 0 0,0 0-1,0 0 1,0 0 0,0 0-1,1 0 1,-1 0 0,0 0-1,0 0 1,0 0 0,0 0-1,0 0 1,0 0 0,1 0-1,-1 0 1,0 0 0,0 0-1,-7 2 42,0 1 0,-1-2 0,1 1 0,-13 0 0,-134 11 435,-91 11 20,41 9-496,-501 59 0,-306-80 0,607-15 0,371 3 0,-773-22 0,666 2 0,-2 0 0,129 19 0,1 1 0,-1 1 0,-14 2 0,25-3 0,0 0 0,-1 0 0,1 1 0,-1-1 0,1 1 0,-1-1 0,1 1 0,0 0 0,-1 0 0,1 0 0,0 1 0,0-1 0,0 0 0,0 1 0,0-1 0,0 1 0,0 0 0,1 0 0,-1 0 0,0 0 0,-1 3 0,3-4 0,0 0 0,0 0 0,0 0 0,0 0 0,0 0 0,0 0 0,0 0 0,0 0 0,0 0 0,1 0 0,-1 0 0,0-1 0,1 1 0,-1 0 0,1 0 0,-1 0 0,1 0 0,-1 0 0,1-1 0,0 1 0,-1 0 0,1-1 0,0 1 0,0 0 0,1 0 0,13 10 0,1-1 0,0-1 0,1-1 0,0 0 0,31 9 0,-38-13 0,85 28 0,109 21 0,104 5 0,-124-26 0,-94-18 0,0-5 0,0-3 0,137-10 0,-106-11 0,-121 15 0,0 0 0,0 0 0,0 0 0,0 0 0,0 0 0,0 0 0,0 0 0,0 0 0,0 0 0,1 0 0,-1 0 0,0 0 0,0 0 0,0 0 0,0 0 0,0 0 0,0 0 0,0 0 0,0 0 0,1 0 0,-1 0 0,0 0 0,0 0 0,0 0 0,0 0 0,0 0 0,0 0 0,0 0 0,0 0 0,0 0 0,1-1 0,-1 1 0,0 0 0,0 0 0,0 0 0,0 0 0,0 0 0,0 0 0,0 0 0,0 0 0,0 0 0,0 0 0,0-1 0,0 1 0,0 0 0,0 0 0,0 0 0,0 0 0,0 0 0,0 0 0,0 0 0,0 0 0,0-1 0,0 1 0,0 0 0,0 0 0,0 0 0,0 0 0,0 0 0,0 0 0,0 0 0,0 0 0,0-1 0,0 1 0,-11-4 0,-27-5 0,-161-13-35,-211 4 0,347 16-34,-819-3-629,861 4 687,-33 2-9,51-1 32,0 0-1,0 1 0,1-1 1,-1 1-1,0-1 0,1 1 1,-1 0-1,1 0 1,-1 0-1,1 1 0,-1-1 1,1 1-1,0-1 0,-4 4 1,6-5 1,-1 1 1,1 0 0,0-1 0,-1 1 0,1-1-1,0 1 1,0 0 0,-1-1 0,1 1 0,0 0-1,0-1 1,0 1 0,0 0 0,0-1-1,0 1 1,0 0 0,0-1 0,0 1 0,0 0-1,0-1 1,0 1 0,1 0 0,-1-1-1,0 1 1,0 0 0,1-1 0,-1 1 0,1-1-1,0 2 1,16 17 260,-13-16-264,23 22-10,1-2 0,1-1 0,1-2 0,1 0 0,1-2 0,39 16 0,-26-16 0,1-3 0,1-1 0,0-2 0,55 6 0,8-7 0,0-6 0,0-4 0,0-5 0,143-23 0,-215 19 0,0-2 0,0-1 0,-1-2 0,0-2 0,48-27 0,73-28 0,-70 42 0,1 4 0,1 4 0,0 4 0,119-6 0,375 15 0,-327 10 0,-214-3 0,75 3 0,-104-1 0,-1 0 0,1 1 0,-1 0 0,0 1 0,0 0 0,21 12 0,-30-14 0,4 2 0,0 0 0,-1 1 0,1-1 0,11 12 0,-18-15 0,1 0 0,-1 1 0,0-1 0,1 1 0,-1 0 0,0-1 0,0 1 0,0 0 0,0-1 0,0 1 0,-1 0 0,1 0 0,-1 0 0,1 0 0,-1 0 0,0 0 0,1 0 0,-1 0 0,0 0 0,0 0 0,0 0 0,-1 0 0,1 0 0,0 0 0,-1 0 0,1-1 0,-2 4 0,-2 2 0,-1 0 0,1 0 0,-1 0 0,0-1 0,-1 1 0,0-1 0,0-1 0,0 1 0,-1-1 0,1 0 0,-1 0 0,-9 4 0,-17 8 0,-47 18 0,67-29 0,-43 14 68,0-2-1,-2-2 1,0-3-1,-114 11 1,-240-15-1321,359-10 803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92350-CAAD-5303-A7E5-EBC3819A82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5A7098-E3D3-AF95-3813-C1E5EA228C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96795-A841-5A2D-AC2A-06D4EC051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A64F6-D272-4A6D-A249-FD9D3405EB13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697B28-3A37-07EC-6355-BBFD78CCD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314BF-C7A1-D1AA-D9B7-AD5C33099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92E8C-ED2C-42C6-B704-CF452E06C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4753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2214E-89A1-5ED8-2575-DDC955E6C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2C3EB-3011-9495-B125-2E556D7D99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3806DB-FABA-C988-42D0-9D0AF4EA0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A64F6-D272-4A6D-A249-FD9D3405EB13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B2878-0114-F87F-F2DA-AF69E51BE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2BCB93-FE34-01CF-A001-623A6A2B9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92E8C-ED2C-42C6-B704-CF452E06C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4595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D328B-F528-4258-543A-A480FF92D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23C1CD-34FA-6D6B-6F1C-4C737C53D9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26F51-00D4-2CE6-9FCA-921455BC9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A64F6-D272-4A6D-A249-FD9D3405EB13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8AD56-FEBE-5467-9D55-1AB470F84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013B0-DAF6-B636-483E-9DAB93D2C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92E8C-ED2C-42C6-B704-CF452E06C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1542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ACEBB-92A2-C767-BA0D-2C41B32F9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62503-8CEF-7F7B-95A9-53A5725695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4F11F5-9837-A379-0CFD-D927D92CF9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CB352E-9CF2-B20A-39EF-47037D138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A64F6-D272-4A6D-A249-FD9D3405EB13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B09691-CC85-DEB7-1A9B-FB39D9C9E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74B1F4-BB7A-BD34-EC57-9AA06FE39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92E8C-ED2C-42C6-B704-CF452E06C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6736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470BA-97B9-6C2B-DA8D-F65DF1D5B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886C87-41D0-C630-832E-1D3A5D07A5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13B8FD-47C4-BC64-9AD7-0F387946FB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1FA6F9-443A-553F-0B6D-301E373EDE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51295E-381B-7696-40F0-26F90B301D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551C3B-C9A6-8B85-7029-5B26996AE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A64F6-D272-4A6D-A249-FD9D3405EB13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A7CDC1-B30F-6E2B-7122-C6623AEEA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C4B427-8334-B8EF-68A7-83D682700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92E8C-ED2C-42C6-B704-CF452E06C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0464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63858-3E34-7E4F-47D6-22643C1A9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3845AD-C648-F46A-7579-E60994BEF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A64F6-D272-4A6D-A249-FD9D3405EB13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EDE2FE-8F1E-0B83-D7AD-A9F570FBF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1239FA-83B7-201B-E41D-93C42EDF2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92E8C-ED2C-42C6-B704-CF452E06C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9968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547CC6-D85E-8A7F-020B-6D5DADC19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A64F6-D272-4A6D-A249-FD9D3405EB13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704C42-052E-6B45-947B-763D7F85B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C46562-9F16-1610-9253-8DBF759E5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92E8C-ED2C-42C6-B704-CF452E06C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2134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451E0-BE7C-7D35-74BC-FFEDD2CAB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40176-3677-48D4-4D9F-CE549763D8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60633D-8E07-A486-FF64-D8B8791D19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BFD1CA-9085-7F88-AFD5-29DB4AD29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A64F6-D272-4A6D-A249-FD9D3405EB13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11F27D-ACDF-3B4D-CE27-896B2697B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4E7429-6508-EBA4-0CDF-9436C2A20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92E8C-ED2C-42C6-B704-CF452E06C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654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412E6-E872-CEF9-48BD-2E51E2138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DE1A87-50ED-D0AB-5AC5-FAB086188C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B6E23E-FACD-8ECA-D1C6-5170849A75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10415C-C576-5B81-F25C-47D3C956C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A64F6-D272-4A6D-A249-FD9D3405EB13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AA358-B11A-2930-0580-D0D152C3F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5D7C16-C00C-CA7B-389F-B4AC463EF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92E8C-ED2C-42C6-B704-CF452E06C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34116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666B7-C675-0E62-7B5A-66B2E8C07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582DA2-27B3-7D64-2542-96E0C6B5DC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35C57-D3F8-811C-23CB-A1FD2A503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A64F6-D272-4A6D-A249-FD9D3405EB13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19AA4F-F904-4705-D53D-976CD9E48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1759D-221B-3352-2681-3CE94DD96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92E8C-ED2C-42C6-B704-CF452E06C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5734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1DAA1B-0B1A-E6A7-A8F8-985DAAB74E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78EC2D-9739-8DDD-395B-FAE38EFCE3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1D8573-F10F-0B3A-F741-C37A6974F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A64F6-D272-4A6D-A249-FD9D3405EB13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53CD2-6773-F34D-7A2C-97464E063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18BC0C-234D-5CE0-324E-10101E4D4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E92E8C-ED2C-42C6-B704-CF452E06C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5026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F12D58-ECD7-2AAC-C575-EE24D62E5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003E3-2239-A26B-3251-5FE3A03CBD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7E1A3-934A-D1D9-9B03-188776A503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CA64F6-D272-4A6D-A249-FD9D3405EB13}" type="datetimeFigureOut">
              <a:rPr lang="en-IN" smtClean="0"/>
              <a:t>05-01-2026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654DEE-0263-2EB4-6B93-6A00C896AE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064E6D-34CD-2897-999E-87F057A06D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E92E8C-ED2C-42C6-B704-CF452E06CB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5560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kedin.com/in/thirupathi-reddaveni-755147334/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card with red text and black text&#10;&#10;AI-generated content may be incorrect.">
            <a:extLst>
              <a:ext uri="{FF2B5EF4-FFF2-40B4-BE49-F238E27FC236}">
                <a16:creationId xmlns:a16="http://schemas.microsoft.com/office/drawing/2014/main" id="{F74E1D23-414B-5C73-254B-46CDB5D221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CAD0FD4-CB99-130D-745B-A5E3BE2C3688}"/>
                  </a:ext>
                </a:extLst>
              </p14:cNvPr>
              <p14:cNvContentPartPr/>
              <p14:nvPr/>
            </p14:nvContentPartPr>
            <p14:xfrm>
              <a:off x="4637189" y="3331550"/>
              <a:ext cx="4406760" cy="6429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CAD0FD4-CB99-130D-745B-A5E3BE2C368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74189" y="3268550"/>
                <a:ext cx="4532400" cy="76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EBD87E3-C641-9E6F-C12B-8D976521A568}"/>
                  </a:ext>
                </a:extLst>
              </p14:cNvPr>
              <p14:cNvContentPartPr/>
              <p14:nvPr/>
            </p14:nvContentPartPr>
            <p14:xfrm>
              <a:off x="5642669" y="3628550"/>
              <a:ext cx="2040120" cy="3002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EBD87E3-C641-9E6F-C12B-8D976521A56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80029" y="3565910"/>
                <a:ext cx="2165760" cy="42588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2EDB607-B58D-B13C-DF79-57CEBF3160F8}"/>
              </a:ext>
            </a:extLst>
          </p:cNvPr>
          <p:cNvSpPr txBox="1"/>
          <p:nvPr/>
        </p:nvSpPr>
        <p:spPr>
          <a:xfrm>
            <a:off x="4859694" y="3321220"/>
            <a:ext cx="24726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</a:rPr>
              <a:t>Project On</a:t>
            </a:r>
          </a:p>
        </p:txBody>
      </p:sp>
    </p:spTree>
    <p:extLst>
      <p:ext uri="{BB962C8B-B14F-4D97-AF65-F5344CB8AC3E}">
        <p14:creationId xmlns:p14="http://schemas.microsoft.com/office/powerpoint/2010/main" val="1960307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69398-B325-35CF-2384-ACB122A37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87D931-8252-D4EE-CF2B-2D44BA675DD3}"/>
              </a:ext>
            </a:extLst>
          </p:cNvPr>
          <p:cNvSpPr txBox="1"/>
          <p:nvPr/>
        </p:nvSpPr>
        <p:spPr>
          <a:xfrm>
            <a:off x="4864358" y="0"/>
            <a:ext cx="24632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u="sng" dirty="0">
                <a:solidFill>
                  <a:srgbClr val="FF0000"/>
                </a:solidFill>
              </a:rPr>
              <a:t>ABOUT ME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BD0943-5A4F-FC14-BDBC-6EAAA49FB42A}"/>
              </a:ext>
            </a:extLst>
          </p:cNvPr>
          <p:cNvSpPr txBox="1"/>
          <p:nvPr/>
        </p:nvSpPr>
        <p:spPr>
          <a:xfrm>
            <a:off x="0" y="1586204"/>
            <a:ext cx="1219199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b="1" dirty="0"/>
              <a:t>My Name is Thirupathi Reddaveni.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8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b="1" dirty="0"/>
              <a:t>I Have Completed My Bachelor Of Commerce (B.Com) Degree.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8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b="1" dirty="0"/>
              <a:t>I Am Passionate About Data Analysis And Aspire To Build A Career As A Data Analyst.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8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800" b="1" dirty="0"/>
              <a:t>Linked In : </a:t>
            </a:r>
            <a:r>
              <a:rPr lang="en-IN" sz="2800" b="1" dirty="0">
                <a:hlinkClick r:id="rId2"/>
              </a:rPr>
              <a:t>Thirupathi Reddaveni | Linkedin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437064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BB94D-1532-99E7-2EC8-3739714F7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127CD8-0D24-5E51-E3E8-95DEE2C15E6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685661" y="0"/>
            <a:ext cx="68206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rgbClr val="FF0000"/>
                </a:solidFill>
              </a:rPr>
              <a:t> AGENDA: </a:t>
            </a:r>
            <a:r>
              <a:rPr lang="en-US" sz="3200" b="1" u="sng" dirty="0"/>
              <a:t>Movie Sales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22F8C0-479E-B62A-EE91-843F07E006F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004673"/>
            <a:ext cx="1219200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b="1" dirty="0">
                <a:solidFill>
                  <a:srgbClr val="FF0000"/>
                </a:solidFill>
              </a:rPr>
              <a:t>Business Problem </a:t>
            </a:r>
            <a:r>
              <a:rPr lang="en-US" sz="2000" b="1" dirty="0"/>
              <a:t>: Problems.</a:t>
            </a:r>
          </a:p>
          <a:p>
            <a:pPr marL="342900" indent="-342900">
              <a:buFont typeface="+mj-lt"/>
              <a:buAutoNum type="arabicPeriod"/>
            </a:pPr>
            <a:endParaRPr lang="en-US" sz="2000" b="1" u="sng" dirty="0">
              <a:solidFill>
                <a:srgbClr val="FF000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2000" b="1" dirty="0">
                <a:solidFill>
                  <a:srgbClr val="FF0000"/>
                </a:solidFill>
              </a:rPr>
              <a:t>Data Overview : </a:t>
            </a:r>
            <a:r>
              <a:rPr lang="en-IN" sz="2000" b="1" dirty="0"/>
              <a:t>Understand Dataset Structure , </a:t>
            </a:r>
            <a:r>
              <a:rPr lang="en-US" sz="2000" b="1" dirty="0"/>
              <a:t>Movie, Year, Genre, Revenue, Rating, Votes, Runtime.</a:t>
            </a:r>
            <a:endParaRPr lang="en-IN" sz="2000" b="1" dirty="0"/>
          </a:p>
          <a:p>
            <a:pPr marL="342900" indent="-342900">
              <a:buFont typeface="+mj-lt"/>
              <a:buAutoNum type="arabicPeriod"/>
            </a:pPr>
            <a:endParaRPr lang="en-IN" sz="2000" b="1" dirty="0">
              <a:solidFill>
                <a:srgbClr val="FF000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2000" b="1" dirty="0">
                <a:solidFill>
                  <a:srgbClr val="FF0000"/>
                </a:solidFill>
              </a:rPr>
              <a:t>Data Cleaning : </a:t>
            </a:r>
            <a:r>
              <a:rPr lang="en-IN" sz="2000" b="1" dirty="0"/>
              <a:t>Handle missing values, </a:t>
            </a:r>
            <a:r>
              <a:rPr lang="en-US" sz="2000" b="1" dirty="0"/>
              <a:t>Fix data types,</a:t>
            </a:r>
            <a:r>
              <a:rPr lang="en-IN" sz="2000" b="1" dirty="0"/>
              <a:t> Split multi-genre values, Remove duplicates.</a:t>
            </a:r>
            <a:endParaRPr lang="en-IN" sz="2000" b="1" dirty="0">
              <a:solidFill>
                <a:srgbClr val="FF0000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IN" sz="2000" b="1" dirty="0">
              <a:solidFill>
                <a:srgbClr val="FF000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2000" b="1" dirty="0">
                <a:solidFill>
                  <a:srgbClr val="FF0000"/>
                </a:solidFill>
              </a:rPr>
              <a:t>Revenue Analysis : </a:t>
            </a:r>
            <a:r>
              <a:rPr lang="en-IN" sz="2000" b="1" dirty="0"/>
              <a:t>Total Box Office Revenue, Year-wise Revenue Trend, Highest Revenue Year, Top Movies.</a:t>
            </a:r>
            <a:endParaRPr lang="en-IN" sz="2000" b="1" dirty="0">
              <a:solidFill>
                <a:srgbClr val="FF0000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en-IN" sz="2000" b="1" dirty="0">
              <a:solidFill>
                <a:srgbClr val="FF000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2000" b="1" dirty="0">
                <a:solidFill>
                  <a:srgbClr val="FF0000"/>
                </a:solidFill>
              </a:rPr>
              <a:t>Genre Analysis : </a:t>
            </a:r>
            <a:r>
              <a:rPr lang="en-IN" sz="2000" b="1" dirty="0"/>
              <a:t>Most Common Genres, Genre-wise Revenue.</a:t>
            </a:r>
          </a:p>
          <a:p>
            <a:pPr marL="342900" indent="-342900">
              <a:buFont typeface="+mj-lt"/>
              <a:buAutoNum type="arabicPeriod"/>
            </a:pPr>
            <a:endParaRPr lang="en-IN" sz="2000" b="1" dirty="0">
              <a:solidFill>
                <a:srgbClr val="FF000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2000" b="1" dirty="0">
                <a:solidFill>
                  <a:srgbClr val="FF0000"/>
                </a:solidFill>
              </a:rPr>
              <a:t>Trend Analysis : </a:t>
            </a:r>
            <a:r>
              <a:rPr lang="en-IN" sz="2000" b="1" dirty="0"/>
              <a:t>Yearly Movie Releases, </a:t>
            </a:r>
            <a:r>
              <a:rPr lang="en-US" sz="2000" b="1" dirty="0"/>
              <a:t>Peak Years In Box Office.</a:t>
            </a:r>
          </a:p>
          <a:p>
            <a:pPr marL="342900" indent="-342900">
              <a:buFont typeface="+mj-lt"/>
              <a:buAutoNum type="arabicPeriod"/>
            </a:pPr>
            <a:endParaRPr lang="en-IN" sz="2000" b="1" dirty="0">
              <a:solidFill>
                <a:srgbClr val="FF000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2000" b="1" dirty="0">
                <a:solidFill>
                  <a:srgbClr val="FF0000"/>
                </a:solidFill>
              </a:rPr>
              <a:t>Visualizations : </a:t>
            </a:r>
            <a:r>
              <a:rPr lang="en-IN" sz="2000" b="1" dirty="0"/>
              <a:t>Cards, Bar Charts, Column Charts, Pie Charts, Tree Map, Trend Line Charts, Tables And Slicers.</a:t>
            </a:r>
          </a:p>
          <a:p>
            <a:pPr marL="342900" indent="-342900">
              <a:buFont typeface="+mj-lt"/>
              <a:buAutoNum type="arabicPeriod"/>
            </a:pPr>
            <a:endParaRPr lang="en-IN" sz="2000" b="1" dirty="0"/>
          </a:p>
          <a:p>
            <a:pPr marL="342900" indent="-342900">
              <a:buFont typeface="+mj-lt"/>
              <a:buAutoNum type="arabicPeriod"/>
            </a:pPr>
            <a:r>
              <a:rPr lang="en-IN" sz="2000" b="1" dirty="0">
                <a:solidFill>
                  <a:srgbClr val="FF0000"/>
                </a:solidFill>
              </a:rPr>
              <a:t>Conclusion.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5EDD20-9C68-6BCF-D0A9-C04264A9923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471" y="6486473"/>
            <a:ext cx="2000529" cy="37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385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C2F63-7171-1837-60A4-01FD4C712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A9F1363-F6B9-92D2-0D3F-4BE8D75E2E5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857499" y="67261"/>
            <a:ext cx="72102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rgbClr val="FF0000"/>
                </a:solidFill>
              </a:rPr>
              <a:t>Business Problem: Movie Sales Analysis</a:t>
            </a:r>
            <a:endParaRPr lang="en-IN" sz="2800" b="1" u="sng" dirty="0">
              <a:solidFill>
                <a:srgbClr val="FF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36BF72D-3EA6-04A6-48A4-DD3CFA0B4AD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471" y="6486473"/>
            <a:ext cx="2000529" cy="37152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513AD82-AB22-F601-26AB-A3C18C1298DF}"/>
              </a:ext>
            </a:extLst>
          </p:cNvPr>
          <p:cNvSpPr txBox="1">
            <a:spLocks/>
          </p:cNvSpPr>
          <p:nvPr/>
        </p:nvSpPr>
        <p:spPr>
          <a:xfrm>
            <a:off x="-83975" y="933243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US" sz="2400" b="1" dirty="0"/>
              <a:t>The Movie Industry Invests Large Amounts Of Money In Production, Marketing, And Distribution, But Not All Movies Generate Profitable Returns.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76C12C-2B7D-4C44-5871-B59B37D4FF79}"/>
              </a:ext>
            </a:extLst>
          </p:cNvPr>
          <p:cNvSpPr txBox="1"/>
          <p:nvPr/>
        </p:nvSpPr>
        <p:spPr>
          <a:xfrm>
            <a:off x="130628" y="2164350"/>
            <a:ext cx="17354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>
                <a:solidFill>
                  <a:srgbClr val="FF0000"/>
                </a:solidFill>
              </a:rPr>
              <a:t>Objective: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93244F-4D8A-AA6E-A969-F60DED26FE68}"/>
              </a:ext>
            </a:extLst>
          </p:cNvPr>
          <p:cNvSpPr txBox="1"/>
          <p:nvPr/>
        </p:nvSpPr>
        <p:spPr>
          <a:xfrm>
            <a:off x="1931436" y="2458908"/>
            <a:ext cx="736185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Understand What Factors Influence Movie Box Office Revenue.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Identify High-performing Genres And Years.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Support Data-driven Decision-making</a:t>
            </a:r>
            <a:r>
              <a:rPr lang="en-IN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9E8159-CFEB-FBD7-97F2-6A0E2B9EA64C}"/>
              </a:ext>
            </a:extLst>
          </p:cNvPr>
          <p:cNvSpPr txBox="1"/>
          <p:nvPr/>
        </p:nvSpPr>
        <p:spPr>
          <a:xfrm>
            <a:off x="130628" y="4395728"/>
            <a:ext cx="20247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>
                <a:solidFill>
                  <a:srgbClr val="FF0000"/>
                </a:solidFill>
              </a:rPr>
              <a:t>Key Questions: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6C2F34-CC58-7FA5-B797-1115DB7A6E5C}"/>
              </a:ext>
            </a:extLst>
          </p:cNvPr>
          <p:cNvSpPr txBox="1"/>
          <p:nvPr/>
        </p:nvSpPr>
        <p:spPr>
          <a:xfrm>
            <a:off x="1931437" y="4907902"/>
            <a:ext cx="753913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Which Year Recorded The Highest Revenue?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/>
              <a:t>Which Genres Perform Best?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How Do Ratings, Votes, And Runtime Affect Revenue?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6183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6DECAE-D445-42C3-C307-4F1450643FD3}"/>
              </a:ext>
            </a:extLst>
          </p:cNvPr>
          <p:cNvSpPr txBox="1"/>
          <p:nvPr/>
        </p:nvSpPr>
        <p:spPr>
          <a:xfrm>
            <a:off x="2733870" y="3013501"/>
            <a:ext cx="79683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u="sng" dirty="0">
                <a:solidFill>
                  <a:srgbClr val="FF0000"/>
                </a:solidFill>
              </a:rPr>
              <a:t>LET’S GO FOR VISUALS….</a:t>
            </a:r>
          </a:p>
        </p:txBody>
      </p:sp>
    </p:spTree>
    <p:extLst>
      <p:ext uri="{BB962C8B-B14F-4D97-AF65-F5344CB8AC3E}">
        <p14:creationId xmlns:p14="http://schemas.microsoft.com/office/powerpoint/2010/main" val="1979060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019A6-27B2-4945-C8F8-DA09EFB22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D0B56605-6CC6-598F-E3CD-3431D8FC10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740"/>
            <a:ext cx="12192000" cy="6808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595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AC07C-ECAC-5CBB-900D-51732C8C6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E99F27B-05DF-7616-C968-26055798E7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58"/>
            <a:ext cx="12192000" cy="6838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518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D0E5A-E4E0-4A48-BBB1-54527D22F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64997D10-B10D-608D-F412-25C762C799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85" y="0"/>
            <a:ext cx="121548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244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8AD98-9DDB-7C5B-3820-AA77E4D11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3549AC13-E00F-596A-399D-0D75979B7A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032"/>
            <a:ext cx="12192000" cy="6821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8488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92F7A-309F-853F-1029-09DF2BAA3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a graph of a graph&#10;&#10;AI-generated content may be incorrect.">
            <a:extLst>
              <a:ext uri="{FF2B5EF4-FFF2-40B4-BE49-F238E27FC236}">
                <a16:creationId xmlns:a16="http://schemas.microsoft.com/office/drawing/2014/main" id="{74809D89-7905-B379-F7DA-CD79BF1A61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72"/>
            <a:ext cx="12192000" cy="6849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0436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63DCB-F65E-742D-A853-3C56419E3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">
            <a:extLst>
              <a:ext uri="{FF2B5EF4-FFF2-40B4-BE49-F238E27FC236}">
                <a16:creationId xmlns:a16="http://schemas.microsoft.com/office/drawing/2014/main" id="{30497F60-C29A-AF66-1271-6ADEDBA6E4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25"/>
            <a:ext cx="12192000" cy="6840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393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BD9855-A3E9-00BC-3554-C8EE5845F6C8}"/>
              </a:ext>
            </a:extLst>
          </p:cNvPr>
          <p:cNvSpPr txBox="1"/>
          <p:nvPr/>
        </p:nvSpPr>
        <p:spPr>
          <a:xfrm>
            <a:off x="4789714" y="102637"/>
            <a:ext cx="26125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>
                <a:solidFill>
                  <a:srgbClr val="FF0000"/>
                </a:solidFill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C60840-3E76-65CB-80A4-4474C40F479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755780"/>
            <a:ext cx="1219199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/>
              <a:t>Movie Revenue Is Strongly Influenced By Genre, Ratings, And Audience Engagement.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/>
              <a:t>High-rated Movies Generally Generate Higher Box Office Revenue.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/>
              <a:t>Movies With Balanced Runtime Tend To Perform Better Than Extremely Long Or Short Films.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/>
              <a:t>Higher Audience Votes Often Indicate Stronger Box Office Success.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/>
              <a:t>Data-driven Analysis Helps Identify Profitable Opportunities And Reduce Financial Risks.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/>
              <a:t>Using Analytics Enables Better Planning, Budgeting, And Decision-making In The Movie Industry.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521DDC-0EA3-54EF-4B5E-161813A2A92B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471" y="6486473"/>
            <a:ext cx="2000529" cy="37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9675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7C0BA8-2A2B-0091-6CDD-996F7328ABB2}"/>
              </a:ext>
            </a:extLst>
          </p:cNvPr>
          <p:cNvSpPr txBox="1"/>
          <p:nvPr/>
        </p:nvSpPr>
        <p:spPr>
          <a:xfrm>
            <a:off x="4609322" y="0"/>
            <a:ext cx="3275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rgbClr val="FF0000"/>
                </a:solidFill>
              </a:rPr>
              <a:t>INSIGHTS 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F44B72-4A2C-3FC1-F3AB-57ABCE6D3F3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1035698"/>
            <a:ext cx="12192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b="1" dirty="0"/>
              <a:t>Total 644 Directors.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IN" sz="2400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b="1" dirty="0"/>
              <a:t>Total $82.95K Million Dollars Earned.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IN" sz="2400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b="1" dirty="0"/>
              <a:t>Total 13 Genres.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IN" sz="2400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b="1" dirty="0"/>
              <a:t>Total 1000 Movies Are Released.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IN" sz="2400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b="1" dirty="0"/>
              <a:t>The Genre Called “Action”  Has The Highest Revenue Comparing With Others.( $35,110 Millions 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IN" sz="2400" b="1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b="1" dirty="0"/>
              <a:t>In All Movies, The Movie Called “The Star Wars: Episode VII The Force Awakens” Got The Highest Revenue ( $937 Millions ).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IN" sz="24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E1BE3B-DA5F-FC9C-FB54-5BF7D7C9DD9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471" y="6486473"/>
            <a:ext cx="2000529" cy="37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917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CF0AF4-C8C7-B455-AB2A-E85EBD5F26C3}"/>
              </a:ext>
            </a:extLst>
          </p:cNvPr>
          <p:cNvSpPr txBox="1"/>
          <p:nvPr/>
        </p:nvSpPr>
        <p:spPr>
          <a:xfrm>
            <a:off x="4388498" y="179714"/>
            <a:ext cx="34150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rgbClr val="FF0000"/>
                </a:solidFill>
              </a:rPr>
              <a:t>RECOMMENDATIONS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0D4ACF-48BC-4C11-511B-161A9ED596D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14264" y="1223494"/>
            <a:ext cx="863237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b="1" dirty="0"/>
              <a:t>Focus on High-Performing Genres.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4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b="1" dirty="0"/>
              <a:t>Optimize Movie Release Timing.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4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/>
              <a:t>Improve Content Quality to Boost Ratings.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b="1" dirty="0"/>
              <a:t> Audience Engagement (Votes).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4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b="1" dirty="0"/>
              <a:t>Optimize Movie Runtime.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4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 b="1" dirty="0"/>
              <a:t>Invest in Marketing for High-Potential Movies.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400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400" b="1" dirty="0"/>
              <a:t>Improve Decision-Making with Dashboards.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2D8B29-3CE7-8EA9-38F4-C7101E23345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471" y="6486473"/>
            <a:ext cx="2000529" cy="37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5024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artoon of a child with question marks">
            <a:extLst>
              <a:ext uri="{FF2B5EF4-FFF2-40B4-BE49-F238E27FC236}">
                <a16:creationId xmlns:a16="http://schemas.microsoft.com/office/drawing/2014/main" id="{0592CC0A-5A13-FA77-531B-1F18C2BDB4A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28A7AD3-0213-00B9-A052-D2E8146C2DFE}"/>
              </a:ext>
            </a:extLst>
          </p:cNvPr>
          <p:cNvSpPr txBox="1"/>
          <p:nvPr/>
        </p:nvSpPr>
        <p:spPr>
          <a:xfrm>
            <a:off x="4634203" y="5887617"/>
            <a:ext cx="36140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</a:rPr>
              <a:t>Any Questions ??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EA52D81-725F-26C1-65B4-1836ABA6FB73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471" y="6486473"/>
            <a:ext cx="2000529" cy="37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5067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12BC0-FB3E-B854-1BA9-F340CBE6C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oup of cartoon people holding a sign">
            <a:extLst>
              <a:ext uri="{FF2B5EF4-FFF2-40B4-BE49-F238E27FC236}">
                <a16:creationId xmlns:a16="http://schemas.microsoft.com/office/drawing/2014/main" id="{F631611E-E940-9A84-B5F6-1BC3CCC6D9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0CA2C0C-0DEE-5DD1-9DFC-C43D2D2162E0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471" y="6486473"/>
            <a:ext cx="2000529" cy="37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7488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</TotalTime>
  <Words>434</Words>
  <Application>Microsoft Office PowerPoint</Application>
  <PresentationFormat>Widescreen</PresentationFormat>
  <Paragraphs>79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Reddaveni Thirupathi</dc:creator>
  <cp:lastModifiedBy>Reddaveni Thirupathi</cp:lastModifiedBy>
  <cp:revision>1</cp:revision>
  <dcterms:created xsi:type="dcterms:W3CDTF">2025-12-27T09:24:59Z</dcterms:created>
  <dcterms:modified xsi:type="dcterms:W3CDTF">2026-01-05T07:32:04Z</dcterms:modified>
</cp:coreProperties>
</file>